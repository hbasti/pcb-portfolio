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40C4D"/>
    <a:srgbClr val="F12F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91BC34-CB9A-4BBE-9CDF-BBF43FFA6111}" v="102" dt="2025-10-13T21:11:23.9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9" d="100"/>
          <a:sy n="79" d="100"/>
        </p:scale>
        <p:origin x="835"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ley Basti" userId="2923bdfa-ff20-48a9-9076-99df68ee6026" providerId="ADAL" clId="{342448CC-594A-44B0-B7B4-9EF3F54CA733}"/>
    <pc:docChg chg="undo redo custSel modSld sldOrd">
      <pc:chgData name="Haley Basti" userId="2923bdfa-ff20-48a9-9076-99df68ee6026" providerId="ADAL" clId="{342448CC-594A-44B0-B7B4-9EF3F54CA733}" dt="2025-10-13T21:19:02.975" v="2498" actId="20577"/>
      <pc:docMkLst>
        <pc:docMk/>
      </pc:docMkLst>
      <pc:sldChg chg="modSp mod">
        <pc:chgData name="Haley Basti" userId="2923bdfa-ff20-48a9-9076-99df68ee6026" providerId="ADAL" clId="{342448CC-594A-44B0-B7B4-9EF3F54CA733}" dt="2025-10-13T20:02:31.397" v="19" actId="20577"/>
        <pc:sldMkLst>
          <pc:docMk/>
          <pc:sldMk cId="669930038" sldId="256"/>
        </pc:sldMkLst>
        <pc:spChg chg="mod">
          <ac:chgData name="Haley Basti" userId="2923bdfa-ff20-48a9-9076-99df68ee6026" providerId="ADAL" clId="{342448CC-594A-44B0-B7B4-9EF3F54CA733}" dt="2025-10-13T20:02:31.397" v="19" actId="20577"/>
          <ac:spMkLst>
            <pc:docMk/>
            <pc:sldMk cId="669930038" sldId="256"/>
            <ac:spMk id="2" creationId="{672C23FB-3406-8CB5-D876-25A738E26803}"/>
          </ac:spMkLst>
        </pc:spChg>
      </pc:sldChg>
      <pc:sldChg chg="delSp modSp mod">
        <pc:chgData name="Haley Basti" userId="2923bdfa-ff20-48a9-9076-99df68ee6026" providerId="ADAL" clId="{342448CC-594A-44B0-B7B4-9EF3F54CA733}" dt="2025-10-13T21:19:02.975" v="2498" actId="20577"/>
        <pc:sldMkLst>
          <pc:docMk/>
          <pc:sldMk cId="2141946453" sldId="257"/>
        </pc:sldMkLst>
        <pc:spChg chg="mod">
          <ac:chgData name="Haley Basti" userId="2923bdfa-ff20-48a9-9076-99df68ee6026" providerId="ADAL" clId="{342448CC-594A-44B0-B7B4-9EF3F54CA733}" dt="2025-10-13T21:19:02.975" v="2498" actId="20577"/>
          <ac:spMkLst>
            <pc:docMk/>
            <pc:sldMk cId="2141946453" sldId="257"/>
            <ac:spMk id="7" creationId="{ED30CEAE-BA23-FAFA-711E-EEB4C099F91B}"/>
          </ac:spMkLst>
        </pc:spChg>
        <pc:picChg chg="del">
          <ac:chgData name="Haley Basti" userId="2923bdfa-ff20-48a9-9076-99df68ee6026" providerId="ADAL" clId="{342448CC-594A-44B0-B7B4-9EF3F54CA733}" dt="2025-10-13T20:30:42.612" v="530" actId="478"/>
          <ac:picMkLst>
            <pc:docMk/>
            <pc:sldMk cId="2141946453" sldId="257"/>
            <ac:picMk id="11" creationId="{08ED65BC-D5B5-EB07-9510-ACD7612284E2}"/>
          </ac:picMkLst>
        </pc:picChg>
      </pc:sldChg>
      <pc:sldChg chg="addSp delSp modSp mod">
        <pc:chgData name="Haley Basti" userId="2923bdfa-ff20-48a9-9076-99df68ee6026" providerId="ADAL" clId="{342448CC-594A-44B0-B7B4-9EF3F54CA733}" dt="2025-10-13T21:06:53.562" v="1940" actId="20577"/>
        <pc:sldMkLst>
          <pc:docMk/>
          <pc:sldMk cId="2619696533" sldId="258"/>
        </pc:sldMkLst>
        <pc:spChg chg="mod">
          <ac:chgData name="Haley Basti" userId="2923bdfa-ff20-48a9-9076-99df68ee6026" providerId="ADAL" clId="{342448CC-594A-44B0-B7B4-9EF3F54CA733}" dt="2025-10-13T21:06:53.562" v="1940" actId="20577"/>
          <ac:spMkLst>
            <pc:docMk/>
            <pc:sldMk cId="2619696533" sldId="258"/>
            <ac:spMk id="3" creationId="{86639EFD-0BCF-FA1D-DF26-43B0AD3B276C}"/>
          </ac:spMkLst>
        </pc:spChg>
        <pc:spChg chg="add del mod">
          <ac:chgData name="Haley Basti" userId="2923bdfa-ff20-48a9-9076-99df68ee6026" providerId="ADAL" clId="{342448CC-594A-44B0-B7B4-9EF3F54CA733}" dt="2025-10-13T20:05:42.764" v="68" actId="478"/>
          <ac:spMkLst>
            <pc:docMk/>
            <pc:sldMk cId="2619696533" sldId="258"/>
            <ac:spMk id="7" creationId="{C301596F-E117-8CF8-BF2C-C8BE184B9958}"/>
          </ac:spMkLst>
        </pc:spChg>
        <pc:spChg chg="add mod">
          <ac:chgData name="Haley Basti" userId="2923bdfa-ff20-48a9-9076-99df68ee6026" providerId="ADAL" clId="{342448CC-594A-44B0-B7B4-9EF3F54CA733}" dt="2025-10-13T21:02:51.363" v="1772" actId="1076"/>
          <ac:spMkLst>
            <pc:docMk/>
            <pc:sldMk cId="2619696533" sldId="258"/>
            <ac:spMk id="23" creationId="{A42D18BB-8CA9-1CC5-27B1-FFC77199AEB3}"/>
          </ac:spMkLst>
        </pc:spChg>
        <pc:spChg chg="add mod">
          <ac:chgData name="Haley Basti" userId="2923bdfa-ff20-48a9-9076-99df68ee6026" providerId="ADAL" clId="{342448CC-594A-44B0-B7B4-9EF3F54CA733}" dt="2025-10-13T21:03:51.330" v="1779" actId="1076"/>
          <ac:spMkLst>
            <pc:docMk/>
            <pc:sldMk cId="2619696533" sldId="258"/>
            <ac:spMk id="24" creationId="{C5A5B431-474D-2A87-4F61-DF4FC7467C2C}"/>
          </ac:spMkLst>
        </pc:spChg>
        <pc:spChg chg="add mod">
          <ac:chgData name="Haley Basti" userId="2923bdfa-ff20-48a9-9076-99df68ee6026" providerId="ADAL" clId="{342448CC-594A-44B0-B7B4-9EF3F54CA733}" dt="2025-10-13T20:43:52.560" v="893" actId="1076"/>
          <ac:spMkLst>
            <pc:docMk/>
            <pc:sldMk cId="2619696533" sldId="258"/>
            <ac:spMk id="25" creationId="{F4C620F9-FD0D-C87A-1D1D-5B009F6E2AA7}"/>
          </ac:spMkLst>
        </pc:spChg>
        <pc:spChg chg="add mod">
          <ac:chgData name="Haley Basti" userId="2923bdfa-ff20-48a9-9076-99df68ee6026" providerId="ADAL" clId="{342448CC-594A-44B0-B7B4-9EF3F54CA733}" dt="2025-10-13T20:43:43.787" v="892" actId="1076"/>
          <ac:spMkLst>
            <pc:docMk/>
            <pc:sldMk cId="2619696533" sldId="258"/>
            <ac:spMk id="31" creationId="{D9481383-5114-0571-384F-361FC59B8901}"/>
          </ac:spMkLst>
        </pc:spChg>
        <pc:spChg chg="add mod">
          <ac:chgData name="Haley Basti" userId="2923bdfa-ff20-48a9-9076-99df68ee6026" providerId="ADAL" clId="{342448CC-594A-44B0-B7B4-9EF3F54CA733}" dt="2025-10-13T21:04:09.355" v="1783" actId="1076"/>
          <ac:spMkLst>
            <pc:docMk/>
            <pc:sldMk cId="2619696533" sldId="258"/>
            <ac:spMk id="32" creationId="{0E040A8C-C9A5-33C7-1145-81159017A6FB}"/>
          </ac:spMkLst>
        </pc:spChg>
        <pc:spChg chg="add mod">
          <ac:chgData name="Haley Basti" userId="2923bdfa-ff20-48a9-9076-99df68ee6026" providerId="ADAL" clId="{342448CC-594A-44B0-B7B4-9EF3F54CA733}" dt="2025-10-13T20:18:29.292" v="398" actId="1076"/>
          <ac:spMkLst>
            <pc:docMk/>
            <pc:sldMk cId="2619696533" sldId="258"/>
            <ac:spMk id="36" creationId="{BAA47A8B-E397-BDF1-3AFC-15FA5C4F0111}"/>
          </ac:spMkLst>
        </pc:spChg>
        <pc:spChg chg="add del mod">
          <ac:chgData name="Haley Basti" userId="2923bdfa-ff20-48a9-9076-99df68ee6026" providerId="ADAL" clId="{342448CC-594A-44B0-B7B4-9EF3F54CA733}" dt="2025-10-13T20:40:46.455" v="816" actId="478"/>
          <ac:spMkLst>
            <pc:docMk/>
            <pc:sldMk cId="2619696533" sldId="258"/>
            <ac:spMk id="44" creationId="{C7223EE1-37BA-3B49-3052-2237AC3C82CE}"/>
          </ac:spMkLst>
        </pc:spChg>
        <pc:graphicFrameChg chg="del">
          <ac:chgData name="Haley Basti" userId="2923bdfa-ff20-48a9-9076-99df68ee6026" providerId="ADAL" clId="{342448CC-594A-44B0-B7B4-9EF3F54CA733}" dt="2025-10-13T20:05:46.771" v="69" actId="478"/>
          <ac:graphicFrameMkLst>
            <pc:docMk/>
            <pc:sldMk cId="2619696533" sldId="258"/>
            <ac:graphicFrameMk id="4" creationId="{AA8572B2-7228-E8D1-8D19-EFAD4A53142D}"/>
          </ac:graphicFrameMkLst>
        </pc:graphicFrameChg>
        <pc:picChg chg="del">
          <ac:chgData name="Haley Basti" userId="2923bdfa-ff20-48a9-9076-99df68ee6026" providerId="ADAL" clId="{342448CC-594A-44B0-B7B4-9EF3F54CA733}" dt="2025-10-13T20:05:24.156" v="62" actId="478"/>
          <ac:picMkLst>
            <pc:docMk/>
            <pc:sldMk cId="2619696533" sldId="258"/>
            <ac:picMk id="6" creationId="{50D39FB2-9F41-42AE-A2D3-3D0918274221}"/>
          </ac:picMkLst>
        </pc:picChg>
        <pc:picChg chg="add del mod">
          <ac:chgData name="Haley Basti" userId="2923bdfa-ff20-48a9-9076-99df68ee6026" providerId="ADAL" clId="{342448CC-594A-44B0-B7B4-9EF3F54CA733}" dt="2025-10-13T20:07:07.340" v="77" actId="21"/>
          <ac:picMkLst>
            <pc:docMk/>
            <pc:sldMk cId="2619696533" sldId="258"/>
            <ac:picMk id="9" creationId="{DB884E19-8835-27EA-B707-D3C471E8AD09}"/>
          </ac:picMkLst>
        </pc:picChg>
        <pc:picChg chg="add del mod">
          <ac:chgData name="Haley Basti" userId="2923bdfa-ff20-48a9-9076-99df68ee6026" providerId="ADAL" clId="{342448CC-594A-44B0-B7B4-9EF3F54CA733}" dt="2025-10-13T20:07:07.340" v="77" actId="21"/>
          <ac:picMkLst>
            <pc:docMk/>
            <pc:sldMk cId="2619696533" sldId="258"/>
            <ac:picMk id="11" creationId="{FF0C3A39-DC02-76E7-A402-CE66964D63AC}"/>
          </ac:picMkLst>
        </pc:picChg>
        <pc:picChg chg="add mod modCrop">
          <ac:chgData name="Haley Basti" userId="2923bdfa-ff20-48a9-9076-99df68ee6026" providerId="ADAL" clId="{342448CC-594A-44B0-B7B4-9EF3F54CA733}" dt="2025-10-13T20:43:43.787" v="892" actId="1076"/>
          <ac:picMkLst>
            <pc:docMk/>
            <pc:sldMk cId="2619696533" sldId="258"/>
            <ac:picMk id="13" creationId="{C2A5BFB2-AC49-286A-6DD0-3790615A8BFF}"/>
          </ac:picMkLst>
        </pc:picChg>
        <pc:cxnChg chg="add mod">
          <ac:chgData name="Haley Basti" userId="2923bdfa-ff20-48a9-9076-99df68ee6026" providerId="ADAL" clId="{342448CC-594A-44B0-B7B4-9EF3F54CA733}" dt="2025-10-13T20:43:43.787" v="892" actId="1076"/>
          <ac:cxnSpMkLst>
            <pc:docMk/>
            <pc:sldMk cId="2619696533" sldId="258"/>
            <ac:cxnSpMk id="15" creationId="{D913A651-B276-2C79-D95C-2C8E21FEFD78}"/>
          </ac:cxnSpMkLst>
        </pc:cxnChg>
        <pc:cxnChg chg="add mod">
          <ac:chgData name="Haley Basti" userId="2923bdfa-ff20-48a9-9076-99df68ee6026" providerId="ADAL" clId="{342448CC-594A-44B0-B7B4-9EF3F54CA733}" dt="2025-10-13T21:02:57.082" v="1774" actId="14100"/>
          <ac:cxnSpMkLst>
            <pc:docMk/>
            <pc:sldMk cId="2619696533" sldId="258"/>
            <ac:cxnSpMk id="18" creationId="{AAAB66C5-9A35-5FC4-796E-C7B948B1F36C}"/>
          </ac:cxnSpMkLst>
        </pc:cxnChg>
        <pc:cxnChg chg="add mod">
          <ac:chgData name="Haley Basti" userId="2923bdfa-ff20-48a9-9076-99df68ee6026" providerId="ADAL" clId="{342448CC-594A-44B0-B7B4-9EF3F54CA733}" dt="2025-10-13T21:03:01.648" v="1775" actId="14100"/>
          <ac:cxnSpMkLst>
            <pc:docMk/>
            <pc:sldMk cId="2619696533" sldId="258"/>
            <ac:cxnSpMk id="22" creationId="{3F5EF7DA-0D93-440E-73EC-F03956641E85}"/>
          </ac:cxnSpMkLst>
        </pc:cxnChg>
        <pc:cxnChg chg="add mod">
          <ac:chgData name="Haley Basti" userId="2923bdfa-ff20-48a9-9076-99df68ee6026" providerId="ADAL" clId="{342448CC-594A-44B0-B7B4-9EF3F54CA733}" dt="2025-10-13T21:03:57.549" v="1780" actId="14100"/>
          <ac:cxnSpMkLst>
            <pc:docMk/>
            <pc:sldMk cId="2619696533" sldId="258"/>
            <ac:cxnSpMk id="27" creationId="{45A07B19-E4B4-2046-2090-1B6902A3A183}"/>
          </ac:cxnSpMkLst>
        </pc:cxnChg>
        <pc:cxnChg chg="add mod">
          <ac:chgData name="Haley Basti" userId="2923bdfa-ff20-48a9-9076-99df68ee6026" providerId="ADAL" clId="{342448CC-594A-44B0-B7B4-9EF3F54CA733}" dt="2025-10-13T20:43:43.787" v="892" actId="1076"/>
          <ac:cxnSpMkLst>
            <pc:docMk/>
            <pc:sldMk cId="2619696533" sldId="258"/>
            <ac:cxnSpMk id="28" creationId="{76FB968F-846E-E768-9A9C-DA9EEF178802}"/>
          </ac:cxnSpMkLst>
        </pc:cxnChg>
        <pc:cxnChg chg="add mod">
          <ac:chgData name="Haley Basti" userId="2923bdfa-ff20-48a9-9076-99df68ee6026" providerId="ADAL" clId="{342448CC-594A-44B0-B7B4-9EF3F54CA733}" dt="2025-10-13T20:43:43.787" v="892" actId="1076"/>
          <ac:cxnSpMkLst>
            <pc:docMk/>
            <pc:sldMk cId="2619696533" sldId="258"/>
            <ac:cxnSpMk id="34" creationId="{16DFFB66-FD7F-A707-2843-703A6C950EC1}"/>
          </ac:cxnSpMkLst>
        </pc:cxnChg>
      </pc:sldChg>
      <pc:sldChg chg="addSp delSp modSp mod ord">
        <pc:chgData name="Haley Basti" userId="2923bdfa-ff20-48a9-9076-99df68ee6026" providerId="ADAL" clId="{342448CC-594A-44B0-B7B4-9EF3F54CA733}" dt="2025-10-13T20:59:25.439" v="1550" actId="1076"/>
        <pc:sldMkLst>
          <pc:docMk/>
          <pc:sldMk cId="3924409519" sldId="259"/>
        </pc:sldMkLst>
        <pc:spChg chg="mod">
          <ac:chgData name="Haley Basti" userId="2923bdfa-ff20-48a9-9076-99df68ee6026" providerId="ADAL" clId="{342448CC-594A-44B0-B7B4-9EF3F54CA733}" dt="2025-10-13T20:59:25.439" v="1550" actId="1076"/>
          <ac:spMkLst>
            <pc:docMk/>
            <pc:sldMk cId="3924409519" sldId="259"/>
            <ac:spMk id="10" creationId="{8AF52F68-C2B4-6638-EC27-F59BC2E69A8F}"/>
          </ac:spMkLst>
        </pc:spChg>
        <pc:spChg chg="del">
          <ac:chgData name="Haley Basti" userId="2923bdfa-ff20-48a9-9076-99df68ee6026" providerId="ADAL" clId="{342448CC-594A-44B0-B7B4-9EF3F54CA733}" dt="2025-10-13T20:07:25.359" v="96" actId="478"/>
          <ac:spMkLst>
            <pc:docMk/>
            <pc:sldMk cId="3924409519" sldId="259"/>
            <ac:spMk id="11" creationId="{EA6E78C7-3E35-863E-4C99-40BBC96796E6}"/>
          </ac:spMkLst>
        </pc:spChg>
        <pc:spChg chg="mod">
          <ac:chgData name="Haley Basti" userId="2923bdfa-ff20-48a9-9076-99df68ee6026" providerId="ADAL" clId="{342448CC-594A-44B0-B7B4-9EF3F54CA733}" dt="2025-10-13T20:59:25.439" v="1550" actId="1076"/>
          <ac:spMkLst>
            <pc:docMk/>
            <pc:sldMk cId="3924409519" sldId="259"/>
            <ac:spMk id="12" creationId="{D33D520F-204C-CE24-15CC-1C0184288D11}"/>
          </ac:spMkLst>
        </pc:spChg>
        <pc:spChg chg="del">
          <ac:chgData name="Haley Basti" userId="2923bdfa-ff20-48a9-9076-99df68ee6026" providerId="ADAL" clId="{342448CC-594A-44B0-B7B4-9EF3F54CA733}" dt="2025-10-13T20:07:13.035" v="81" actId="478"/>
          <ac:spMkLst>
            <pc:docMk/>
            <pc:sldMk cId="3924409519" sldId="259"/>
            <ac:spMk id="15" creationId="{321E1767-286F-F6E9-F8DB-0668B19AC7B0}"/>
          </ac:spMkLst>
        </pc:spChg>
        <pc:picChg chg="add mod">
          <ac:chgData name="Haley Basti" userId="2923bdfa-ff20-48a9-9076-99df68ee6026" providerId="ADAL" clId="{342448CC-594A-44B0-B7B4-9EF3F54CA733}" dt="2025-10-13T20:59:25.439" v="1550" actId="1076"/>
          <ac:picMkLst>
            <pc:docMk/>
            <pc:sldMk cId="3924409519" sldId="259"/>
            <ac:picMk id="2" creationId="{DB884E19-8835-27EA-B707-D3C471E8AD09}"/>
          </ac:picMkLst>
        </pc:picChg>
        <pc:picChg chg="add mod">
          <ac:chgData name="Haley Basti" userId="2923bdfa-ff20-48a9-9076-99df68ee6026" providerId="ADAL" clId="{342448CC-594A-44B0-B7B4-9EF3F54CA733}" dt="2025-10-13T20:59:25.439" v="1550" actId="1076"/>
          <ac:picMkLst>
            <pc:docMk/>
            <pc:sldMk cId="3924409519" sldId="259"/>
            <ac:picMk id="3" creationId="{FF0C3A39-DC02-76E7-A402-CE66964D63AC}"/>
          </ac:picMkLst>
        </pc:picChg>
        <pc:picChg chg="del">
          <ac:chgData name="Haley Basti" userId="2923bdfa-ff20-48a9-9076-99df68ee6026" providerId="ADAL" clId="{342448CC-594A-44B0-B7B4-9EF3F54CA733}" dt="2025-10-13T20:07:09.857" v="78" actId="478"/>
          <ac:picMkLst>
            <pc:docMk/>
            <pc:sldMk cId="3924409519" sldId="259"/>
            <ac:picMk id="5" creationId="{1BDE7872-3447-B373-4692-9583260C234C}"/>
          </ac:picMkLst>
        </pc:picChg>
        <pc:picChg chg="del">
          <ac:chgData name="Haley Basti" userId="2923bdfa-ff20-48a9-9076-99df68ee6026" providerId="ADAL" clId="{342448CC-594A-44B0-B7B4-9EF3F54CA733}" dt="2025-10-13T20:07:10.551" v="79" actId="478"/>
          <ac:picMkLst>
            <pc:docMk/>
            <pc:sldMk cId="3924409519" sldId="259"/>
            <ac:picMk id="7" creationId="{C91FBEB9-C658-6D87-BF30-63A1AABEA1F4}"/>
          </ac:picMkLst>
        </pc:picChg>
        <pc:picChg chg="del">
          <ac:chgData name="Haley Basti" userId="2923bdfa-ff20-48a9-9076-99df68ee6026" providerId="ADAL" clId="{342448CC-594A-44B0-B7B4-9EF3F54CA733}" dt="2025-10-13T20:07:11.101" v="80" actId="478"/>
          <ac:picMkLst>
            <pc:docMk/>
            <pc:sldMk cId="3924409519" sldId="259"/>
            <ac:picMk id="9" creationId="{0E87E04F-CD0C-A843-7BA7-63AD74D4A1BB}"/>
          </ac:picMkLst>
        </pc:picChg>
      </pc:sldChg>
      <pc:sldChg chg="addSp delSp modSp mod">
        <pc:chgData name="Haley Basti" userId="2923bdfa-ff20-48a9-9076-99df68ee6026" providerId="ADAL" clId="{342448CC-594A-44B0-B7B4-9EF3F54CA733}" dt="2025-10-13T21:09:49.152" v="2152" actId="20577"/>
        <pc:sldMkLst>
          <pc:docMk/>
          <pc:sldMk cId="2184608427" sldId="260"/>
        </pc:sldMkLst>
        <pc:spChg chg="mod">
          <ac:chgData name="Haley Basti" userId="2923bdfa-ff20-48a9-9076-99df68ee6026" providerId="ADAL" clId="{342448CC-594A-44B0-B7B4-9EF3F54CA733}" dt="2025-10-13T20:59:08.692" v="1549" actId="14100"/>
          <ac:spMkLst>
            <pc:docMk/>
            <pc:sldMk cId="2184608427" sldId="260"/>
            <ac:spMk id="2" creationId="{59CCEC91-BA94-C5FB-7D1D-9C2D60899712}"/>
          </ac:spMkLst>
        </pc:spChg>
        <pc:spChg chg="del mod">
          <ac:chgData name="Haley Basti" userId="2923bdfa-ff20-48a9-9076-99df68ee6026" providerId="ADAL" clId="{342448CC-594A-44B0-B7B4-9EF3F54CA733}" dt="2025-10-13T20:48:38.360" v="1163"/>
          <ac:spMkLst>
            <pc:docMk/>
            <pc:sldMk cId="2184608427" sldId="260"/>
            <ac:spMk id="3" creationId="{D8C6F9DC-3A7A-F07C-8479-FE01F73E634F}"/>
          </ac:spMkLst>
        </pc:spChg>
        <pc:spChg chg="add mod">
          <ac:chgData name="Haley Basti" userId="2923bdfa-ff20-48a9-9076-99df68ee6026" providerId="ADAL" clId="{342448CC-594A-44B0-B7B4-9EF3F54CA733}" dt="2025-10-13T21:09:49.152" v="2152" actId="20577"/>
          <ac:spMkLst>
            <pc:docMk/>
            <pc:sldMk cId="2184608427" sldId="260"/>
            <ac:spMk id="5" creationId="{A3185D97-8FCF-B210-2894-359BAB4799CD}"/>
          </ac:spMkLst>
        </pc:spChg>
        <pc:graphicFrameChg chg="del modGraphic">
          <ac:chgData name="Haley Basti" userId="2923bdfa-ff20-48a9-9076-99df68ee6026" providerId="ADAL" clId="{342448CC-594A-44B0-B7B4-9EF3F54CA733}" dt="2025-10-13T20:48:15.852" v="1083" actId="478"/>
          <ac:graphicFrameMkLst>
            <pc:docMk/>
            <pc:sldMk cId="2184608427" sldId="260"/>
            <ac:graphicFrameMk id="4" creationId="{BF5DB8C0-762F-8C82-1D5A-70FA2C423DFB}"/>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10/13/2025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3922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10/13/2025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00461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10/13/2025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1899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10/13/2025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31252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10/13/2025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12712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10/13/2025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32651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10/13/2025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8626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10/13/2025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92945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10/13/2025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39374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10/13/2025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18644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10/13/2025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7316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10/13/2025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13576386"/>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bstract design of flower petals in pastel">
            <a:extLst>
              <a:ext uri="{FF2B5EF4-FFF2-40B4-BE49-F238E27FC236}">
                <a16:creationId xmlns:a16="http://schemas.microsoft.com/office/drawing/2014/main" id="{BC1F048B-12F3-8FB4-A139-9DCC653D4ECE}"/>
              </a:ext>
            </a:extLst>
          </p:cNvPr>
          <p:cNvPicPr>
            <a:picLocks noChangeAspect="1"/>
          </p:cNvPicPr>
          <p:nvPr/>
        </p:nvPicPr>
        <p:blipFill>
          <a:blip r:embed="rId2">
            <a:alphaModFix amt="40000"/>
          </a:blip>
          <a:srcRect t="14122"/>
          <a:stretch>
            <a:fillRect/>
          </a:stretch>
        </p:blipFill>
        <p:spPr>
          <a:xfrm>
            <a:off x="-2" y="-2"/>
            <a:ext cx="12192001" cy="6858001"/>
          </a:xfrm>
          <a:prstGeom prst="rect">
            <a:avLst/>
          </a:prstGeom>
        </p:spPr>
      </p:pic>
      <p:sp>
        <p:nvSpPr>
          <p:cNvPr id="2" name="Title 1">
            <a:extLst>
              <a:ext uri="{FF2B5EF4-FFF2-40B4-BE49-F238E27FC236}">
                <a16:creationId xmlns:a16="http://schemas.microsoft.com/office/drawing/2014/main" id="{672C23FB-3406-8CB5-D876-25A738E26803}"/>
              </a:ext>
            </a:extLst>
          </p:cNvPr>
          <p:cNvSpPr>
            <a:spLocks noGrp="1"/>
          </p:cNvSpPr>
          <p:nvPr>
            <p:ph type="ctrTitle"/>
          </p:nvPr>
        </p:nvSpPr>
        <p:spPr>
          <a:xfrm>
            <a:off x="517870" y="978407"/>
            <a:ext cx="5021182" cy="3290107"/>
          </a:xfrm>
        </p:spPr>
        <p:txBody>
          <a:bodyPr anchor="t">
            <a:normAutofit/>
          </a:bodyPr>
          <a:lstStyle/>
          <a:p>
            <a:r>
              <a:rPr lang="en-US" sz="6000" dirty="0">
                <a:solidFill>
                  <a:srgbClr val="FFFFFF"/>
                </a:solidFill>
              </a:rPr>
              <a:t>Lab 18: </a:t>
            </a:r>
            <a:br>
              <a:rPr lang="en-US" sz="6000" dirty="0">
                <a:solidFill>
                  <a:srgbClr val="FFFFFF"/>
                </a:solidFill>
              </a:rPr>
            </a:br>
            <a:r>
              <a:rPr lang="en-US" sz="6000" dirty="0">
                <a:solidFill>
                  <a:srgbClr val="FFFFFF"/>
                </a:solidFill>
              </a:rPr>
              <a:t>In-Rush Current</a:t>
            </a:r>
          </a:p>
        </p:txBody>
      </p:sp>
      <p:sp>
        <p:nvSpPr>
          <p:cNvPr id="3" name="Subtitle 2">
            <a:extLst>
              <a:ext uri="{FF2B5EF4-FFF2-40B4-BE49-F238E27FC236}">
                <a16:creationId xmlns:a16="http://schemas.microsoft.com/office/drawing/2014/main" id="{F4CD335A-D9AB-BF86-4517-0EDA90B974F7}"/>
              </a:ext>
            </a:extLst>
          </p:cNvPr>
          <p:cNvSpPr>
            <a:spLocks noGrp="1"/>
          </p:cNvSpPr>
          <p:nvPr>
            <p:ph type="subTitle" idx="1"/>
          </p:nvPr>
        </p:nvSpPr>
        <p:spPr>
          <a:xfrm>
            <a:off x="517870" y="4482450"/>
            <a:ext cx="5040785" cy="1724029"/>
          </a:xfrm>
        </p:spPr>
        <p:txBody>
          <a:bodyPr anchor="t">
            <a:normAutofit/>
          </a:bodyPr>
          <a:lstStyle/>
          <a:p>
            <a:r>
              <a:rPr lang="en-US" sz="2400" dirty="0">
                <a:solidFill>
                  <a:srgbClr val="FFFFFF"/>
                </a:solidFill>
              </a:rPr>
              <a:t>Haley Basti</a:t>
            </a: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993003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E495-7250-8D67-A929-98C654A56896}"/>
              </a:ext>
            </a:extLst>
          </p:cNvPr>
          <p:cNvSpPr>
            <a:spLocks noGrp="1"/>
          </p:cNvSpPr>
          <p:nvPr>
            <p:ph type="title"/>
          </p:nvPr>
        </p:nvSpPr>
        <p:spPr/>
        <p:txBody>
          <a:bodyPr/>
          <a:lstStyle/>
          <a:p>
            <a:r>
              <a:rPr lang="en-US" dirty="0"/>
              <a:t>Overview</a:t>
            </a:r>
          </a:p>
        </p:txBody>
      </p:sp>
      <p:sp>
        <p:nvSpPr>
          <p:cNvPr id="7" name="TextBox 6">
            <a:extLst>
              <a:ext uri="{FF2B5EF4-FFF2-40B4-BE49-F238E27FC236}">
                <a16:creationId xmlns:a16="http://schemas.microsoft.com/office/drawing/2014/main" id="{ED30CEAE-BA23-FAFA-711E-EEB4C099F91B}"/>
              </a:ext>
            </a:extLst>
          </p:cNvPr>
          <p:cNvSpPr txBox="1"/>
          <p:nvPr/>
        </p:nvSpPr>
        <p:spPr>
          <a:xfrm>
            <a:off x="400510" y="2143274"/>
            <a:ext cx="11270282"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goal of this lab was to view the steady-state and in-rush current supplied to our simple 555 timer circuit from the 5V Arduino power supply. The decoupling capacitors used in the circuit are initially uncharged, but when connected to power quickly pull current in, hence calling it the “in-rush” current.</a:t>
            </a:r>
          </a:p>
          <a:p>
            <a:pPr marL="285750" indent="-285750">
              <a:buFont typeface="Arial" panose="020B0604020202020204" pitchFamily="34" charset="0"/>
              <a:buChar char="•"/>
            </a:pPr>
            <a:r>
              <a:rPr lang="en-US" sz="2400" dirty="0"/>
              <a:t>After a short amount of time, the capacitors reach their full charge, and the circuit reaches its “steady-state”.</a:t>
            </a:r>
          </a:p>
          <a:p>
            <a:pPr marL="285750" indent="-285750">
              <a:buFont typeface="Arial" panose="020B0604020202020204" pitchFamily="34" charset="0"/>
              <a:buChar char="•"/>
            </a:pPr>
            <a:r>
              <a:rPr lang="en-US" sz="2400" dirty="0"/>
              <a:t>A 1</a:t>
            </a:r>
            <a:r>
              <a:rPr lang="en-US" sz="2400" dirty="0">
                <a:latin typeface="Cambria Math" panose="02040503050406030204" pitchFamily="18" charset="0"/>
                <a:ea typeface="Cambria Math" panose="02040503050406030204" pitchFamily="18" charset="0"/>
              </a:rPr>
              <a:t>Ω resistor was selected because it is small enough to not greatly affect the DC supplied voltage to our circuit passing through it, and it’s ¼ W tolerance should be plenty for </a:t>
            </a:r>
            <a:r>
              <a:rPr lang="en-US" sz="2400">
                <a:latin typeface="Cambria Math" panose="02040503050406030204" pitchFamily="18" charset="0"/>
                <a:ea typeface="Cambria Math" panose="02040503050406030204" pitchFamily="18" charset="0"/>
              </a:rPr>
              <a:t>this application.</a:t>
            </a:r>
            <a:endParaRPr lang="en-US" sz="2400" dirty="0"/>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2141946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00548-9160-DAF5-CE5F-01AAB65E05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C563F-B10C-025B-27A8-BA686B5559A2}"/>
              </a:ext>
            </a:extLst>
          </p:cNvPr>
          <p:cNvSpPr>
            <a:spLocks noGrp="1"/>
          </p:cNvSpPr>
          <p:nvPr>
            <p:ph type="title"/>
          </p:nvPr>
        </p:nvSpPr>
        <p:spPr/>
        <p:txBody>
          <a:bodyPr/>
          <a:lstStyle/>
          <a:p>
            <a:r>
              <a:rPr lang="en-US" dirty="0"/>
              <a:t>Key findings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6639EFD-0BCF-FA1D-DF26-43B0AD3B276C}"/>
                  </a:ext>
                </a:extLst>
              </p:cNvPr>
              <p:cNvSpPr txBox="1"/>
              <p:nvPr/>
            </p:nvSpPr>
            <p:spPr>
              <a:xfrm>
                <a:off x="546625" y="1943626"/>
                <a:ext cx="6411335" cy="3652603"/>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sz="2000" dirty="0"/>
                  <a:t>Measuring the steady-state current was obtained by putting a 1</a:t>
                </a:r>
                <a:r>
                  <a:rPr lang="el-GR" sz="2000" dirty="0">
                    <a:latin typeface="Cambria Math" panose="02040503050406030204" pitchFamily="18" charset="0"/>
                    <a:ea typeface="Cambria Math" panose="02040503050406030204" pitchFamily="18" charset="0"/>
                  </a:rPr>
                  <a:t>Ω</a:t>
                </a:r>
                <a:r>
                  <a:rPr lang="en-US" sz="2000" dirty="0"/>
                  <a:t> resistor in series with the power rail:</a:t>
                </a:r>
              </a:p>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𝑠𝑡𝑒𝑎𝑑𝑦</m:t>
                          </m:r>
                          <m:r>
                            <a:rPr lang="en-US" sz="2000" i="1">
                              <a:latin typeface="Cambria Math" panose="02040503050406030204" pitchFamily="18" charset="0"/>
                            </a:rPr>
                            <m:t>−</m:t>
                          </m:r>
                          <m:r>
                            <a:rPr lang="en-US" sz="2000" i="1">
                              <a:latin typeface="Cambria Math" panose="02040503050406030204" pitchFamily="18" charset="0"/>
                            </a:rPr>
                            <m:t>𝑠𝑡𝑎𝑡𝑒</m:t>
                          </m:r>
                        </m:sub>
                      </m:sSub>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𝑠𝑒𝑛𝑠𝑒</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𝑠𝑒𝑛𝑠𝑒</m:t>
                              </m:r>
                            </m:sub>
                          </m:sSub>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4.64−4.58</m:t>
                          </m:r>
                          <m:r>
                            <a:rPr lang="en-US" sz="2000" i="1">
                              <a:latin typeface="Cambria Math" panose="02040503050406030204" pitchFamily="18" charset="0"/>
                            </a:rPr>
                            <m:t>𝑉</m:t>
                          </m:r>
                        </m:num>
                        <m:den>
                          <m:r>
                            <a:rPr lang="en-US" sz="2000" i="1">
                              <a:latin typeface="Cambria Math" panose="02040503050406030204" pitchFamily="18" charset="0"/>
                            </a:rPr>
                            <m:t>1</m:t>
                          </m:r>
                          <m:r>
                            <m:rPr>
                              <m:sty m:val="p"/>
                            </m:rPr>
                            <a:rPr lang="el-GR" sz="2000" i="1">
                              <a:latin typeface="Cambria Math" panose="02040503050406030204" pitchFamily="18" charset="0"/>
                            </a:rPr>
                            <m:t>Ω</m:t>
                          </m:r>
                        </m:den>
                      </m:f>
                      <m:r>
                        <a:rPr lang="en-US" sz="2000" i="1">
                          <a:latin typeface="Cambria Math" panose="02040503050406030204" pitchFamily="18" charset="0"/>
                        </a:rPr>
                        <m:t>=60</m:t>
                      </m:r>
                      <m:r>
                        <a:rPr lang="en-US" sz="2000" i="1">
                          <a:latin typeface="Cambria Math" panose="02040503050406030204" pitchFamily="18" charset="0"/>
                        </a:rPr>
                        <m:t>𝑚𝐴</m:t>
                      </m:r>
                    </m:oMath>
                  </m:oMathPara>
                </a14:m>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To find the in-rush current, the difference between the high and low side measured voltage across the sense resistor was obtained by using the “Math” function on the oscilloscope and using the “Single” button when the circuit was </a:t>
                </a:r>
                <a:r>
                  <a:rPr lang="en-US" sz="2000" dirty="0" err="1"/>
                  <a:t>intitially</a:t>
                </a:r>
                <a:r>
                  <a:rPr lang="en-US" sz="2000" dirty="0"/>
                  <a:t> connected to power. The result was an in-rush current of approximately </a:t>
                </a:r>
                <a:r>
                  <a:rPr lang="en-US" sz="2000" b="1" dirty="0"/>
                  <a:t>1.37A</a:t>
                </a:r>
                <a:endParaRPr lang="en-US" sz="2000" dirty="0"/>
              </a:p>
            </p:txBody>
          </p:sp>
        </mc:Choice>
        <mc:Fallback xmlns="">
          <p:sp>
            <p:nvSpPr>
              <p:cNvPr id="3" name="TextBox 2">
                <a:extLst>
                  <a:ext uri="{FF2B5EF4-FFF2-40B4-BE49-F238E27FC236}">
                    <a16:creationId xmlns:a16="http://schemas.microsoft.com/office/drawing/2014/main" id="{86639EFD-0BCF-FA1D-DF26-43B0AD3B276C}"/>
                  </a:ext>
                </a:extLst>
              </p:cNvPr>
              <p:cNvSpPr txBox="1">
                <a:spLocks noRot="1" noChangeAspect="1" noMove="1" noResize="1" noEditPoints="1" noAdjustHandles="1" noChangeArrowheads="1" noChangeShapeType="1" noTextEdit="1"/>
              </p:cNvSpPr>
              <p:nvPr/>
            </p:nvSpPr>
            <p:spPr>
              <a:xfrm>
                <a:off x="546625" y="1943626"/>
                <a:ext cx="6411335" cy="3652603"/>
              </a:xfrm>
              <a:prstGeom prst="rect">
                <a:avLst/>
              </a:prstGeom>
              <a:blipFill>
                <a:blip r:embed="rId2"/>
                <a:stretch>
                  <a:fillRect l="-856" t="-1002" r="-951" b="-2170"/>
                </a:stretch>
              </a:blipFill>
            </p:spPr>
            <p:txBody>
              <a:bodyPr/>
              <a:lstStyle/>
              <a:p>
                <a:r>
                  <a:rPr lang="en-US">
                    <a:noFill/>
                  </a:rPr>
                  <a:t> </a:t>
                </a:r>
              </a:p>
            </p:txBody>
          </p:sp>
        </mc:Fallback>
      </mc:AlternateContent>
      <p:pic>
        <p:nvPicPr>
          <p:cNvPr id="13" name="Picture 12" descr="A close-up of a circuit board&#10;&#10;AI-generated content may be incorrect.">
            <a:extLst>
              <a:ext uri="{FF2B5EF4-FFF2-40B4-BE49-F238E27FC236}">
                <a16:creationId xmlns:a16="http://schemas.microsoft.com/office/drawing/2014/main" id="{C2A5BFB2-AC49-286A-6DD0-3790615A8BFF}"/>
              </a:ext>
            </a:extLst>
          </p:cNvPr>
          <p:cNvPicPr>
            <a:picLocks noChangeAspect="1"/>
          </p:cNvPicPr>
          <p:nvPr/>
        </p:nvPicPr>
        <p:blipFill>
          <a:blip r:embed="rId3">
            <a:extLst>
              <a:ext uri="{28A0092B-C50C-407E-A947-70E740481C1C}">
                <a14:useLocalDpi xmlns:a14="http://schemas.microsoft.com/office/drawing/2010/main" val="0"/>
              </a:ext>
            </a:extLst>
          </a:blip>
          <a:srcRect t="38044" r="15765" b="11667"/>
          <a:stretch>
            <a:fillRect/>
          </a:stretch>
        </p:blipFill>
        <p:spPr>
          <a:xfrm>
            <a:off x="7798076" y="3349488"/>
            <a:ext cx="4332633" cy="3448878"/>
          </a:xfrm>
          <a:prstGeom prst="rect">
            <a:avLst/>
          </a:prstGeom>
        </p:spPr>
      </p:pic>
      <p:cxnSp>
        <p:nvCxnSpPr>
          <p:cNvPr id="15" name="Straight Arrow Connector 14">
            <a:extLst>
              <a:ext uri="{FF2B5EF4-FFF2-40B4-BE49-F238E27FC236}">
                <a16:creationId xmlns:a16="http://schemas.microsoft.com/office/drawing/2014/main" id="{D913A651-B276-2C79-D95C-2C8E21FEFD78}"/>
              </a:ext>
            </a:extLst>
          </p:cNvPr>
          <p:cNvCxnSpPr>
            <a:cxnSpLocks/>
          </p:cNvCxnSpPr>
          <p:nvPr/>
        </p:nvCxnSpPr>
        <p:spPr>
          <a:xfrm>
            <a:off x="9757202" y="2998191"/>
            <a:ext cx="596505" cy="112994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8" name="Straight Arrow Connector 17">
            <a:extLst>
              <a:ext uri="{FF2B5EF4-FFF2-40B4-BE49-F238E27FC236}">
                <a16:creationId xmlns:a16="http://schemas.microsoft.com/office/drawing/2014/main" id="{AAAB66C5-9A35-5FC4-796E-C7B948B1F36C}"/>
              </a:ext>
            </a:extLst>
          </p:cNvPr>
          <p:cNvCxnSpPr>
            <a:cxnSpLocks/>
          </p:cNvCxnSpPr>
          <p:nvPr/>
        </p:nvCxnSpPr>
        <p:spPr>
          <a:xfrm>
            <a:off x="8372957" y="3197285"/>
            <a:ext cx="700291" cy="1876642"/>
          </a:xfrm>
          <a:prstGeom prst="straightConnector1">
            <a:avLst/>
          </a:prstGeom>
          <a:ln>
            <a:solidFill>
              <a:schemeClr val="tx1"/>
            </a:solidFill>
            <a:tailEnd type="triangle"/>
          </a:ln>
        </p:spPr>
        <p:style>
          <a:lnRef idx="3">
            <a:schemeClr val="accent3"/>
          </a:lnRef>
          <a:fillRef idx="0">
            <a:schemeClr val="accent3"/>
          </a:fillRef>
          <a:effectRef idx="2">
            <a:schemeClr val="accent3"/>
          </a:effectRef>
          <a:fontRef idx="minor">
            <a:schemeClr val="tx1"/>
          </a:fontRef>
        </p:style>
      </p:cxnSp>
      <p:cxnSp>
        <p:nvCxnSpPr>
          <p:cNvPr id="22" name="Straight Arrow Connector 21">
            <a:extLst>
              <a:ext uri="{FF2B5EF4-FFF2-40B4-BE49-F238E27FC236}">
                <a16:creationId xmlns:a16="http://schemas.microsoft.com/office/drawing/2014/main" id="{3F5EF7DA-0D93-440E-73EC-F03956641E85}"/>
              </a:ext>
            </a:extLst>
          </p:cNvPr>
          <p:cNvCxnSpPr>
            <a:cxnSpLocks/>
          </p:cNvCxnSpPr>
          <p:nvPr/>
        </p:nvCxnSpPr>
        <p:spPr>
          <a:xfrm>
            <a:off x="9114971" y="5505677"/>
            <a:ext cx="750089" cy="320994"/>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 name="TextBox 22">
            <a:extLst>
              <a:ext uri="{FF2B5EF4-FFF2-40B4-BE49-F238E27FC236}">
                <a16:creationId xmlns:a16="http://schemas.microsoft.com/office/drawing/2014/main" id="{A42D18BB-8CA9-1CC5-27B1-FFC77199AEB3}"/>
              </a:ext>
            </a:extLst>
          </p:cNvPr>
          <p:cNvSpPr txBox="1"/>
          <p:nvPr/>
        </p:nvSpPr>
        <p:spPr>
          <a:xfrm>
            <a:off x="7916939" y="2827953"/>
            <a:ext cx="1141790" cy="369332"/>
          </a:xfrm>
          <a:prstGeom prst="rect">
            <a:avLst/>
          </a:prstGeom>
          <a:noFill/>
        </p:spPr>
        <p:txBody>
          <a:bodyPr wrap="square" rtlCol="0">
            <a:spAutoFit/>
          </a:bodyPr>
          <a:lstStyle/>
          <a:p>
            <a:r>
              <a:rPr lang="en-US" dirty="0"/>
              <a:t>GND</a:t>
            </a:r>
          </a:p>
        </p:txBody>
      </p:sp>
      <p:sp>
        <p:nvSpPr>
          <p:cNvPr id="24" name="TextBox 23">
            <a:extLst>
              <a:ext uri="{FF2B5EF4-FFF2-40B4-BE49-F238E27FC236}">
                <a16:creationId xmlns:a16="http://schemas.microsoft.com/office/drawing/2014/main" id="{C5A5B431-474D-2A87-4F61-DF4FC7467C2C}"/>
              </a:ext>
            </a:extLst>
          </p:cNvPr>
          <p:cNvSpPr txBox="1"/>
          <p:nvPr/>
        </p:nvSpPr>
        <p:spPr>
          <a:xfrm>
            <a:off x="7506904" y="5443259"/>
            <a:ext cx="2028951" cy="369332"/>
          </a:xfrm>
          <a:prstGeom prst="rect">
            <a:avLst/>
          </a:prstGeom>
          <a:solidFill>
            <a:schemeClr val="bg1"/>
          </a:solidFill>
        </p:spPr>
        <p:txBody>
          <a:bodyPr wrap="square" rtlCol="0">
            <a:spAutoFit/>
          </a:bodyPr>
          <a:lstStyle/>
          <a:p>
            <a:r>
              <a:rPr lang="en-US" dirty="0">
                <a:solidFill>
                  <a:schemeClr val="accent6"/>
                </a:solidFill>
              </a:rPr>
              <a:t>1</a:t>
            </a:r>
            <a:r>
              <a:rPr lang="el-GR" dirty="0">
                <a:solidFill>
                  <a:schemeClr val="accent6"/>
                </a:solidFill>
              </a:rPr>
              <a:t>Ω</a:t>
            </a:r>
            <a:r>
              <a:rPr lang="en-US" dirty="0">
                <a:solidFill>
                  <a:schemeClr val="accent6"/>
                </a:solidFill>
              </a:rPr>
              <a:t> sense resistor</a:t>
            </a:r>
          </a:p>
        </p:txBody>
      </p:sp>
      <p:sp>
        <p:nvSpPr>
          <p:cNvPr id="25" name="TextBox 24">
            <a:extLst>
              <a:ext uri="{FF2B5EF4-FFF2-40B4-BE49-F238E27FC236}">
                <a16:creationId xmlns:a16="http://schemas.microsoft.com/office/drawing/2014/main" id="{F4C620F9-FD0D-C87A-1D1D-5B009F6E2AA7}"/>
              </a:ext>
            </a:extLst>
          </p:cNvPr>
          <p:cNvSpPr txBox="1"/>
          <p:nvPr/>
        </p:nvSpPr>
        <p:spPr>
          <a:xfrm>
            <a:off x="8851625" y="2388146"/>
            <a:ext cx="1248229" cy="923330"/>
          </a:xfrm>
          <a:prstGeom prst="rect">
            <a:avLst/>
          </a:prstGeom>
          <a:noFill/>
        </p:spPr>
        <p:txBody>
          <a:bodyPr wrap="square" rtlCol="0">
            <a:spAutoFit/>
          </a:bodyPr>
          <a:lstStyle/>
          <a:p>
            <a:r>
              <a:rPr lang="en-US" dirty="0">
                <a:solidFill>
                  <a:srgbClr val="FF0000"/>
                </a:solidFill>
              </a:rPr>
              <a:t>5V </a:t>
            </a:r>
            <a:r>
              <a:rPr lang="en-US" dirty="0" err="1">
                <a:solidFill>
                  <a:srgbClr val="FF0000"/>
                </a:solidFill>
              </a:rPr>
              <a:t>Vcc</a:t>
            </a:r>
            <a:r>
              <a:rPr lang="en-US" dirty="0">
                <a:solidFill>
                  <a:srgbClr val="FF0000"/>
                </a:solidFill>
              </a:rPr>
              <a:t> from Arduino</a:t>
            </a:r>
          </a:p>
        </p:txBody>
      </p:sp>
      <p:cxnSp>
        <p:nvCxnSpPr>
          <p:cNvPr id="27" name="Straight Arrow Connector 26">
            <a:extLst>
              <a:ext uri="{FF2B5EF4-FFF2-40B4-BE49-F238E27FC236}">
                <a16:creationId xmlns:a16="http://schemas.microsoft.com/office/drawing/2014/main" id="{45A07B19-E4B4-2046-2090-1B6902A3A183}"/>
              </a:ext>
            </a:extLst>
          </p:cNvPr>
          <p:cNvCxnSpPr>
            <a:cxnSpLocks/>
          </p:cNvCxnSpPr>
          <p:nvPr/>
        </p:nvCxnSpPr>
        <p:spPr>
          <a:xfrm flipV="1">
            <a:off x="8452152" y="6413717"/>
            <a:ext cx="401746" cy="117712"/>
          </a:xfrm>
          <a:prstGeom prst="straightConnector1">
            <a:avLst/>
          </a:prstGeom>
          <a:ln w="19050" cap="flat" cmpd="sng" algn="ctr">
            <a:solidFill>
              <a:srgbClr val="A40C4D"/>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76FB968F-846E-E768-9A9C-DA9EEF178802}"/>
              </a:ext>
            </a:extLst>
          </p:cNvPr>
          <p:cNvCxnSpPr>
            <a:cxnSpLocks/>
          </p:cNvCxnSpPr>
          <p:nvPr/>
        </p:nvCxnSpPr>
        <p:spPr>
          <a:xfrm>
            <a:off x="11026204" y="2925690"/>
            <a:ext cx="125789" cy="2983424"/>
          </a:xfrm>
          <a:prstGeom prst="straightConnector1">
            <a:avLst/>
          </a:prstGeom>
          <a:ln w="19050" cap="flat" cmpd="sng" algn="ctr">
            <a:solidFill>
              <a:schemeClr val="accent4">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1" name="TextBox 30">
            <a:extLst>
              <a:ext uri="{FF2B5EF4-FFF2-40B4-BE49-F238E27FC236}">
                <a16:creationId xmlns:a16="http://schemas.microsoft.com/office/drawing/2014/main" id="{D9481383-5114-0571-384F-361FC59B8901}"/>
              </a:ext>
            </a:extLst>
          </p:cNvPr>
          <p:cNvSpPr txBox="1"/>
          <p:nvPr/>
        </p:nvSpPr>
        <p:spPr>
          <a:xfrm>
            <a:off x="10002643" y="2462424"/>
            <a:ext cx="1990876" cy="646331"/>
          </a:xfrm>
          <a:prstGeom prst="rect">
            <a:avLst/>
          </a:prstGeom>
          <a:noFill/>
        </p:spPr>
        <p:txBody>
          <a:bodyPr wrap="square" rtlCol="0">
            <a:spAutoFit/>
          </a:bodyPr>
          <a:lstStyle/>
          <a:p>
            <a:r>
              <a:rPr lang="en-US" dirty="0">
                <a:solidFill>
                  <a:schemeClr val="accent4">
                    <a:lumMod val="75000"/>
                  </a:schemeClr>
                </a:solidFill>
              </a:rPr>
              <a:t>Ch4 “High-side” probe</a:t>
            </a:r>
          </a:p>
        </p:txBody>
      </p:sp>
      <p:sp>
        <p:nvSpPr>
          <p:cNvPr id="32" name="TextBox 31">
            <a:extLst>
              <a:ext uri="{FF2B5EF4-FFF2-40B4-BE49-F238E27FC236}">
                <a16:creationId xmlns:a16="http://schemas.microsoft.com/office/drawing/2014/main" id="{0E040A8C-C9A5-33C7-1145-81159017A6FB}"/>
              </a:ext>
            </a:extLst>
          </p:cNvPr>
          <p:cNvSpPr txBox="1"/>
          <p:nvPr/>
        </p:nvSpPr>
        <p:spPr>
          <a:xfrm>
            <a:off x="5925362" y="6325584"/>
            <a:ext cx="2447595" cy="369332"/>
          </a:xfrm>
          <a:prstGeom prst="rect">
            <a:avLst/>
          </a:prstGeom>
          <a:solidFill>
            <a:schemeClr val="bg1"/>
          </a:solidFill>
        </p:spPr>
        <p:txBody>
          <a:bodyPr wrap="square" rtlCol="0">
            <a:spAutoFit/>
          </a:bodyPr>
          <a:lstStyle/>
          <a:p>
            <a:r>
              <a:rPr lang="en-US" dirty="0">
                <a:solidFill>
                  <a:srgbClr val="A40C4D"/>
                </a:solidFill>
              </a:rPr>
              <a:t>Ch3 “Low-side” probe</a:t>
            </a:r>
          </a:p>
        </p:txBody>
      </p:sp>
      <p:cxnSp>
        <p:nvCxnSpPr>
          <p:cNvPr id="34" name="Straight Arrow Connector 33">
            <a:extLst>
              <a:ext uri="{FF2B5EF4-FFF2-40B4-BE49-F238E27FC236}">
                <a16:creationId xmlns:a16="http://schemas.microsoft.com/office/drawing/2014/main" id="{16DFFB66-FD7F-A707-2843-703A6C950EC1}"/>
              </a:ext>
            </a:extLst>
          </p:cNvPr>
          <p:cNvCxnSpPr>
            <a:cxnSpLocks/>
          </p:cNvCxnSpPr>
          <p:nvPr/>
        </p:nvCxnSpPr>
        <p:spPr>
          <a:xfrm flipH="1">
            <a:off x="11514851" y="2507738"/>
            <a:ext cx="309637" cy="1504569"/>
          </a:xfrm>
          <a:prstGeom prst="straightConnector1">
            <a:avLst/>
          </a:prstGeom>
          <a:ln>
            <a:solidFill>
              <a:schemeClr val="accent1">
                <a:lumMod val="60000"/>
                <a:lumOff val="40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36" name="TextBox 35">
            <a:extLst>
              <a:ext uri="{FF2B5EF4-FFF2-40B4-BE49-F238E27FC236}">
                <a16:creationId xmlns:a16="http://schemas.microsoft.com/office/drawing/2014/main" id="{BAA47A8B-E397-BDF1-3AFC-15FA5C4F0111}"/>
              </a:ext>
            </a:extLst>
          </p:cNvPr>
          <p:cNvSpPr txBox="1"/>
          <p:nvPr/>
        </p:nvSpPr>
        <p:spPr>
          <a:xfrm>
            <a:off x="11142134" y="1550349"/>
            <a:ext cx="1461104" cy="646331"/>
          </a:xfrm>
          <a:prstGeom prst="rect">
            <a:avLst/>
          </a:prstGeom>
          <a:noFill/>
        </p:spPr>
        <p:txBody>
          <a:bodyPr wrap="square" rtlCol="0">
            <a:spAutoFit/>
          </a:bodyPr>
          <a:lstStyle/>
          <a:p>
            <a:r>
              <a:rPr lang="en-US" dirty="0">
                <a:solidFill>
                  <a:schemeClr val="accent1">
                    <a:lumMod val="60000"/>
                    <a:lumOff val="40000"/>
                  </a:schemeClr>
                </a:solidFill>
              </a:rPr>
              <a:t>Ch1 555 output</a:t>
            </a:r>
          </a:p>
        </p:txBody>
      </p:sp>
    </p:spTree>
    <p:extLst>
      <p:ext uri="{BB962C8B-B14F-4D97-AF65-F5344CB8AC3E}">
        <p14:creationId xmlns:p14="http://schemas.microsoft.com/office/powerpoint/2010/main" val="2619696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AF52F68-C2B4-6638-EC27-F59BC2E69A8F}"/>
              </a:ext>
            </a:extLst>
          </p:cNvPr>
          <p:cNvSpPr txBox="1"/>
          <p:nvPr/>
        </p:nvSpPr>
        <p:spPr>
          <a:xfrm>
            <a:off x="968994" y="2140078"/>
            <a:ext cx="1452642" cy="369332"/>
          </a:xfrm>
          <a:prstGeom prst="rect">
            <a:avLst/>
          </a:prstGeom>
          <a:noFill/>
        </p:spPr>
        <p:txBody>
          <a:bodyPr wrap="none" rtlCol="0">
            <a:spAutoFit/>
          </a:bodyPr>
          <a:lstStyle/>
          <a:p>
            <a:r>
              <a:rPr lang="en-US" dirty="0"/>
              <a:t>Steady-state</a:t>
            </a:r>
          </a:p>
        </p:txBody>
      </p:sp>
      <p:sp>
        <p:nvSpPr>
          <p:cNvPr id="12" name="TextBox 11">
            <a:extLst>
              <a:ext uri="{FF2B5EF4-FFF2-40B4-BE49-F238E27FC236}">
                <a16:creationId xmlns:a16="http://schemas.microsoft.com/office/drawing/2014/main" id="{D33D520F-204C-CE24-15CC-1C0184288D11}"/>
              </a:ext>
            </a:extLst>
          </p:cNvPr>
          <p:cNvSpPr txBox="1"/>
          <p:nvPr/>
        </p:nvSpPr>
        <p:spPr>
          <a:xfrm>
            <a:off x="7590382" y="2140078"/>
            <a:ext cx="1673984" cy="369332"/>
          </a:xfrm>
          <a:prstGeom prst="rect">
            <a:avLst/>
          </a:prstGeom>
          <a:noFill/>
        </p:spPr>
        <p:txBody>
          <a:bodyPr wrap="none" rtlCol="0">
            <a:spAutoFit/>
          </a:bodyPr>
          <a:lstStyle/>
          <a:p>
            <a:r>
              <a:rPr lang="en-US" dirty="0"/>
              <a:t>In-rush current</a:t>
            </a:r>
          </a:p>
        </p:txBody>
      </p:sp>
      <p:sp>
        <p:nvSpPr>
          <p:cNvPr id="13" name="TextBox 12">
            <a:extLst>
              <a:ext uri="{FF2B5EF4-FFF2-40B4-BE49-F238E27FC236}">
                <a16:creationId xmlns:a16="http://schemas.microsoft.com/office/drawing/2014/main" id="{D805A687-2ECF-8C3A-2A7B-EC88488471B9}"/>
              </a:ext>
            </a:extLst>
          </p:cNvPr>
          <p:cNvSpPr txBox="1"/>
          <p:nvPr/>
        </p:nvSpPr>
        <p:spPr>
          <a:xfrm>
            <a:off x="692106" y="996393"/>
            <a:ext cx="3517117" cy="830997"/>
          </a:xfrm>
          <a:prstGeom prst="rect">
            <a:avLst/>
          </a:prstGeom>
          <a:noFill/>
        </p:spPr>
        <p:txBody>
          <a:bodyPr wrap="none" rtlCol="0">
            <a:spAutoFit/>
          </a:bodyPr>
          <a:lstStyle/>
          <a:p>
            <a:r>
              <a:rPr lang="en-US" sz="4800" b="1" dirty="0"/>
              <a:t>Full Results</a:t>
            </a:r>
          </a:p>
        </p:txBody>
      </p:sp>
      <p:pic>
        <p:nvPicPr>
          <p:cNvPr id="2" name="Picture 1">
            <a:extLst>
              <a:ext uri="{FF2B5EF4-FFF2-40B4-BE49-F238E27FC236}">
                <a16:creationId xmlns:a16="http://schemas.microsoft.com/office/drawing/2014/main" id="{DB884E19-8835-27EA-B707-D3C471E8AD09}"/>
              </a:ext>
            </a:extLst>
          </p:cNvPr>
          <p:cNvPicPr>
            <a:picLocks noChangeAspect="1"/>
          </p:cNvPicPr>
          <p:nvPr/>
        </p:nvPicPr>
        <p:blipFill>
          <a:blip r:embed="rId2"/>
          <a:stretch>
            <a:fillRect/>
          </a:stretch>
        </p:blipFill>
        <p:spPr>
          <a:xfrm>
            <a:off x="6211974" y="2597546"/>
            <a:ext cx="5537530" cy="3544020"/>
          </a:xfrm>
          <a:prstGeom prst="rect">
            <a:avLst/>
          </a:prstGeom>
        </p:spPr>
      </p:pic>
      <p:pic>
        <p:nvPicPr>
          <p:cNvPr id="3" name="Picture 2" descr="A screen shot of a graph&#10;&#10;AI-generated content may be incorrect.">
            <a:extLst>
              <a:ext uri="{FF2B5EF4-FFF2-40B4-BE49-F238E27FC236}">
                <a16:creationId xmlns:a16="http://schemas.microsoft.com/office/drawing/2014/main" id="{FF0C3A39-DC02-76E7-A402-CE66964D63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97" y="2597546"/>
            <a:ext cx="5452275" cy="3489456"/>
          </a:xfrm>
          <a:prstGeom prst="rect">
            <a:avLst/>
          </a:prstGeom>
        </p:spPr>
      </p:pic>
    </p:spTree>
    <p:extLst>
      <p:ext uri="{BB962C8B-B14F-4D97-AF65-F5344CB8AC3E}">
        <p14:creationId xmlns:p14="http://schemas.microsoft.com/office/powerpoint/2010/main" val="3924409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4FA1A-F9CA-0E86-7F98-172B2375C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CEC91-BA94-C5FB-7D1D-9C2D60899712}"/>
              </a:ext>
            </a:extLst>
          </p:cNvPr>
          <p:cNvSpPr>
            <a:spLocks noGrp="1"/>
          </p:cNvSpPr>
          <p:nvPr>
            <p:ph type="title"/>
          </p:nvPr>
        </p:nvSpPr>
        <p:spPr>
          <a:xfrm>
            <a:off x="521208" y="978408"/>
            <a:ext cx="11155680" cy="840716"/>
          </a:xfrm>
        </p:spPr>
        <p:txBody>
          <a:bodyPr/>
          <a:lstStyle/>
          <a:p>
            <a:r>
              <a:rPr lang="en-US" dirty="0"/>
              <a:t>Conclusion</a:t>
            </a:r>
          </a:p>
        </p:txBody>
      </p:sp>
      <p:sp>
        <p:nvSpPr>
          <p:cNvPr id="5" name="TextBox 4">
            <a:extLst>
              <a:ext uri="{FF2B5EF4-FFF2-40B4-BE49-F238E27FC236}">
                <a16:creationId xmlns:a16="http://schemas.microsoft.com/office/drawing/2014/main" id="{A3185D97-8FCF-B210-2894-359BAB4799CD}"/>
              </a:ext>
            </a:extLst>
          </p:cNvPr>
          <p:cNvSpPr txBox="1"/>
          <p:nvPr/>
        </p:nvSpPr>
        <p:spPr>
          <a:xfrm>
            <a:off x="653143" y="2094895"/>
            <a:ext cx="10735734"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decoupling capacitors placed on the power rail will charge up when initially connected to power and cause an initial spike or “in-rush” current from the </a:t>
            </a:r>
            <a:r>
              <a:rPr lang="en-US" sz="2400" dirty="0" err="1"/>
              <a:t>Vcc</a:t>
            </a:r>
            <a:r>
              <a:rPr lang="en-US" sz="2400" dirty="0"/>
              <a:t> connection. This brief surge in current can potentially damage components whose ratings are not suited to handle this type of current, which is why we must be careful in choosing our components </a:t>
            </a:r>
            <a:r>
              <a:rPr lang="en-US" sz="2400"/>
              <a:t>when utilizing </a:t>
            </a:r>
            <a:r>
              <a:rPr lang="en-US" sz="2400" dirty="0"/>
              <a:t>decoupling capacitors. </a:t>
            </a:r>
          </a:p>
        </p:txBody>
      </p:sp>
    </p:spTree>
    <p:extLst>
      <p:ext uri="{BB962C8B-B14F-4D97-AF65-F5344CB8AC3E}">
        <p14:creationId xmlns:p14="http://schemas.microsoft.com/office/powerpoint/2010/main" val="2184608427"/>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otalTime>319</TotalTime>
  <Words>307</Words>
  <Application>Microsoft Office PowerPoint</Application>
  <PresentationFormat>Widescreen</PresentationFormat>
  <Paragraphs>22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Bierstadt</vt:lpstr>
      <vt:lpstr>Cambria Math</vt:lpstr>
      <vt:lpstr>GestaltVTI</vt:lpstr>
      <vt:lpstr>Lab 18:  In-Rush Current</vt:lpstr>
      <vt:lpstr>Overview</vt:lpstr>
      <vt:lpstr>Key findings</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Haley Basti</dc:creator>
  <cp:lastModifiedBy>Haley Basti</cp:lastModifiedBy>
  <cp:revision>1</cp:revision>
  <dcterms:created xsi:type="dcterms:W3CDTF">2025-10-06T14:54:11Z</dcterms:created>
  <dcterms:modified xsi:type="dcterms:W3CDTF">2025-10-13T21:19:04Z</dcterms:modified>
</cp:coreProperties>
</file>